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5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3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0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2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3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5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5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6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2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9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1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5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C6A70-CA87-F9C1-C6F2-92775EF85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6" b="8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32BEE-A0AC-7515-478A-B5D6F1254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de-CH" sz="6000" dirty="0" err="1"/>
              <a:t>SignNet</a:t>
            </a:r>
            <a:endParaRPr lang="de-CH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005D8-FD21-F520-9315-363E9B711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de-CH" dirty="0" err="1"/>
              <a:t>Sign</a:t>
            </a:r>
            <a:r>
              <a:rPr lang="de-CH" dirty="0"/>
              <a:t> Language Translation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9225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33FA-FB56-EA39-62B2-6C25A343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Static </a:t>
            </a:r>
            <a:r>
              <a:rPr lang="de-CH" dirty="0" err="1"/>
              <a:t>SignNet</a:t>
            </a:r>
            <a:endParaRPr lang="de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1F08A1-84BD-9A9F-86EF-194B1018F35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0078" r="20078"/>
          <a:stretch/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B5D16B-8A53-6A88-C26D-3A1824791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CH" dirty="0"/>
              <a:t>Mediapipe</a:t>
            </a:r>
          </a:p>
          <a:p>
            <a:pPr marL="800100" lvl="1" indent="-342900">
              <a:buFontTx/>
              <a:buChar char="-"/>
            </a:pPr>
            <a:r>
              <a:rPr lang="de-CH" dirty="0"/>
              <a:t>Handtracking (1 Hand)</a:t>
            </a:r>
          </a:p>
          <a:p>
            <a:pPr marL="342900" indent="-342900">
              <a:buFontTx/>
              <a:buChar char="-"/>
            </a:pPr>
            <a:endParaRPr lang="de-CH" dirty="0"/>
          </a:p>
          <a:p>
            <a:pPr marL="342900" indent="-342900">
              <a:buFontTx/>
              <a:buChar char="-"/>
            </a:pPr>
            <a:r>
              <a:rPr lang="de-CH" dirty="0"/>
              <a:t>24 Gesten (statisch)</a:t>
            </a:r>
          </a:p>
          <a:p>
            <a:pPr marL="342900" indent="-342900">
              <a:buFontTx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5640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AFE9-58FE-6F8B-357B-5B955901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Dynamic </a:t>
            </a:r>
            <a:r>
              <a:rPr lang="de-CH" dirty="0" err="1"/>
              <a:t>SignNet</a:t>
            </a:r>
            <a:endParaRPr lang="de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D12588-1F51-9569-0F7C-4E1983CACBD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990" b="7990"/>
          <a:stretch/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42CF96-F27C-D49B-3E42-BB3516CA1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574792" cy="2770632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de-CH" dirty="0"/>
              <a:t>Dataset: RWTH-PHOENIX-</a:t>
            </a:r>
            <a:r>
              <a:rPr lang="de-CH" dirty="0" err="1"/>
              <a:t>Weather</a:t>
            </a:r>
            <a:r>
              <a:rPr lang="de-CH" dirty="0"/>
              <a:t> 2014</a:t>
            </a:r>
          </a:p>
          <a:p>
            <a:pPr marL="342900" indent="-342900">
              <a:buFontTx/>
              <a:buChar char="-"/>
            </a:pPr>
            <a:r>
              <a:rPr lang="de-CH" dirty="0"/>
              <a:t>Kontinuierliche  Gebärdenerkennung</a:t>
            </a:r>
          </a:p>
          <a:p>
            <a:pPr marL="342900" indent="-342900">
              <a:buFontTx/>
              <a:buChar char="-"/>
            </a:pPr>
            <a:r>
              <a:rPr lang="de-CH" dirty="0"/>
              <a:t>Mediapipe</a:t>
            </a:r>
          </a:p>
          <a:p>
            <a:pPr marL="800100" lvl="1" indent="-342900">
              <a:buFontTx/>
              <a:buChar char="-"/>
            </a:pPr>
            <a:r>
              <a:rPr lang="de-CH" dirty="0"/>
              <a:t>Handtracking (2 Hände)</a:t>
            </a:r>
          </a:p>
          <a:p>
            <a:pPr marL="800100" lvl="1" indent="-342900">
              <a:buFontTx/>
              <a:buChar char="-"/>
            </a:pPr>
            <a:r>
              <a:rPr lang="de-CH" dirty="0"/>
              <a:t>Face </a:t>
            </a:r>
            <a:r>
              <a:rPr lang="de-CH" dirty="0" err="1"/>
              <a:t>landmarks</a:t>
            </a:r>
            <a:endParaRPr lang="de-CH" dirty="0"/>
          </a:p>
          <a:p>
            <a:pPr marL="800100" lvl="1" indent="-342900">
              <a:buFontTx/>
              <a:buChar char="-"/>
            </a:pPr>
            <a:r>
              <a:rPr lang="de-CH" dirty="0"/>
              <a:t>Pose </a:t>
            </a:r>
            <a:r>
              <a:rPr lang="de-CH" dirty="0" err="1"/>
              <a:t>landmarks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90959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AE6C35-3DAA-8FC7-6F70-018364B3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359C4-0191-E496-CDC2-166970537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509241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Neue Haas Grotesk Text Pro</vt:lpstr>
      <vt:lpstr>GestaltVTI</vt:lpstr>
      <vt:lpstr>SignNet</vt:lpstr>
      <vt:lpstr>Static SignNet</vt:lpstr>
      <vt:lpstr>Dynamic SignNet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Schläpfer, Roman</dc:creator>
  <cp:lastModifiedBy>Schläpfer, Roman</cp:lastModifiedBy>
  <cp:revision>3</cp:revision>
  <dcterms:created xsi:type="dcterms:W3CDTF">2025-10-21T17:35:55Z</dcterms:created>
  <dcterms:modified xsi:type="dcterms:W3CDTF">2025-10-22T08:40:09Z</dcterms:modified>
</cp:coreProperties>
</file>